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ln w="34925">
            <a:solidFill>
              <a:srgbClr val="00595F"/>
            </a:solidFill>
            <a:prstDash val="solid"/>
          </a:ln>
        </p:spPr>
      </p:sp>
      <p:pic>
        <p:nvPicPr>
          <p:cNvPr id="3" name="Image 0" descr="/tmp/mecs/mec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6035040"/>
            <a:ext cx="457200" cy="4190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60076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315200" y="60533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Xcimer Energy   |   Prof. Tom Mehlhorn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94360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MAX Q1–Q2 · CHORD BOUND &amp; SENSITIVITY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DSR measures — the burn-weighted traversed ρR</a:t>
            </a:r>
            <a:endParaRPr lang="en-US" sz="2400" dirty="0"/>
          </a:p>
        </p:txBody>
      </p:sp>
      <p:pic>
        <p:nvPicPr>
          <p:cNvPr id="8" name="Image 1" descr="/tmp/mecs/bk_bornradi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133856"/>
            <a:ext cx="10058400" cy="38961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513892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DSR measures the emission-weighted, angle-averaged column the neutrons </a:t>
            </a:r>
            <a:pPr indent="0" marL="0">
              <a:buNone/>
            </a:pPr>
            <a:r>
              <a:rPr lang="en-US" sz="10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0.30 vs 0.57 center-to-edge for N210808 (0.52×), not the total ρR.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nuclear DSR↔ρR coefficient is robust; what moves is the </a:t>
            </a:r>
            <a:pPr indent="0" marL="0">
              <a:buNone/>
            </a:pPr>
            <a:r>
              <a:rPr lang="en-US" sz="1050" b="1" dirty="0">
                <a:solidFill>
                  <a:srgbClr val="1C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total-ρR → DSR mapping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the profile shape and where the burn sits.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172200" y="5138928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2D/3D, mix, preheat, shock mistiming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change the profile → change that mapping (sign is geometry-dependent, not a fixed law).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 + DSR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narrow the range but don’t uniquely pin total ρR — add Tion, burn width, spectral shape, and forward-model per shot to close it.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ln w="34925">
            <a:solidFill>
              <a:srgbClr val="00595F"/>
            </a:solidFill>
            <a:prstDash val="solid"/>
          </a:ln>
        </p:spPr>
      </p:sp>
      <p:pic>
        <p:nvPicPr>
          <p:cNvPr id="3" name="Image 0" descr="/tmp/mecs/mec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6035040"/>
            <a:ext cx="457200" cy="4190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60076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315200" y="60533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Xcimer Energy   |   Prof. Tom Mehlhorn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94360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MAX Q3 · YIELD UNFOLD EXPONENT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4·DSR yield unfold is design-specific — HDC gives ≈ 5</a:t>
            </a:r>
            <a:endParaRPr lang="en-US" sz="2400" dirty="0"/>
          </a:p>
        </p:txBody>
      </p:sp>
      <p:pic>
        <p:nvPicPr>
          <p:cNvPr id="8" name="Image 1" descr="/tmp/mecs/bk_ban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349240" cy="34851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51937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Escaping spectrum — why the exponent inflates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263640" y="14173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 unfolds total yield from the measured 13–15 MeV yield: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63640" y="175564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algn="ctr" indent="0" marL="0">
              <a:buNone/>
            </a:pPr>
            <a:r>
              <a:rPr lang="en-US" sz="1800" b="1" baseline="-40000" dirty="0">
                <a:solidFill>
                  <a:srgbClr val="00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pPr algn="ctr" indent="0" marL="0">
              <a:buNone/>
            </a:pPr>
            <a:r>
              <a:rPr lang="en-US" sz="1800" b="1" dirty="0">
                <a:solidFill>
                  <a:srgbClr val="00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Y(13–15) · e</a:t>
            </a:r>
            <a:pPr algn="ctr" indent="0" marL="0">
              <a:buNone/>
            </a:pPr>
            <a:r>
              <a:rPr lang="en-US" sz="1800" b="1" baseline="30000" dirty="0">
                <a:solidFill>
                  <a:srgbClr val="00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(k·DSR)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263640" y="2286000"/>
            <a:ext cx="2578608" cy="1234440"/>
          </a:xfrm>
          <a:prstGeom prst="roundRect">
            <a:avLst>
              <a:gd name="adj" fmla="val 4444"/>
            </a:avLst>
          </a:prstGeom>
          <a:solidFill>
            <a:srgbClr val="1C3A63"/>
          </a:solidFill>
          <a:ln w="12700">
            <a:solidFill>
              <a:srgbClr val="1C3A6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63640" y="2395728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≈ 5.6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6355080" y="296265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OpenMC transport (≈5.1–5.2 after DD/TT)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9034272" y="2286000"/>
            <a:ext cx="2578608" cy="1234440"/>
          </a:xfrm>
          <a:prstGeom prst="roundRect">
            <a:avLst>
              <a:gd name="adj" fmla="val 4444"/>
            </a:avLst>
          </a:prstGeom>
          <a:solidFill>
            <a:srgbClr val="1C3A63"/>
          </a:solidFill>
          <a:ln w="12700">
            <a:solidFill>
              <a:srgbClr val="1C3A6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034272" y="2395728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7%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9125712" y="296265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4·DSR under-estimates total yield for this HDC target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6263640" y="3703320"/>
            <a:ext cx="5349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&gt; 4:  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n–¹²C elastic loses little energy per collision, so carbon piles 14 MeV neutrons into the 12–13 MeV band — out of the 13–15 primary window but </a:t>
            </a:r>
            <a:pPr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10–12 DSR window. That inflates scattered-out / DSR above the DT-only value of 4.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C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bare-DT nominal; the effective value is design-specific. A DT-only source run would pin it exactly.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0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 </a:t>
            </a:r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Crilly et al., Phys. Plasmas 25, 122703 (2018); Frenje, Plasma Phys. Control. Fusion 62, 023001 (2020); MRS absolute yield — Frenje et al., Rev. Sci. Instrum. 84, 073506 (2013).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2026-08-08T00:24:05Z</dcterms:created>
  <dcterms:modified xsi:type="dcterms:W3CDTF">2026-08-08T00:24:05Z</dcterms:modified>
</cp:coreProperties>
</file>